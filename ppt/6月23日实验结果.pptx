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11"/>
    <p:restoredTop sz="94630"/>
  </p:normalViewPr>
  <p:slideViewPr>
    <p:cSldViewPr snapToGrid="0">
      <p:cViewPr varScale="1">
        <p:scale>
          <a:sx n="113" d="100"/>
          <a:sy n="113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C8876C-3F1B-798A-A180-52C96A2A6B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D5721A1-EE0B-88B8-8845-BD49550882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EA012E-0552-4341-25D7-7E8752792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4DB6-C3E2-F540-9E82-A333834BD7F4}" type="datetimeFigureOut">
              <a:rPr kumimoji="1" lang="zh-CN" altLang="en-US" smtClean="0"/>
              <a:t>2025/7/8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9AA1A4-BB48-F4F6-62F1-7165B14DA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5F8EF9-4B72-9B85-4847-F435E9CD2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4B75F-40E8-D643-817A-5C058B2724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82111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4832A-DB3F-1F7E-3BCE-206F853EC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AC3A35-DC93-8E63-3924-417A3E769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42F2F7-15C9-8925-82DC-416503C74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4DB6-C3E2-F540-9E82-A333834BD7F4}" type="datetimeFigureOut">
              <a:rPr kumimoji="1" lang="zh-CN" altLang="en-US" smtClean="0"/>
              <a:t>2025/7/8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894540-70AC-1479-DBB6-AC43643C3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1FD5A2-9493-7050-0ABA-BAF007B19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4B75F-40E8-D643-817A-5C058B2724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51769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9281E6-9D2B-754A-9688-4E1D379DE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956D8A-9FF4-E899-F035-EEA496C0C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8B63FA-C9E0-0121-CFF5-D4CBF0BEE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4DB6-C3E2-F540-9E82-A333834BD7F4}" type="datetimeFigureOut">
              <a:rPr kumimoji="1" lang="zh-CN" altLang="en-US" smtClean="0"/>
              <a:t>2025/7/8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8A8768-191A-D910-A506-75133A8C8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843C0E-8711-1989-EC24-CCF98BFC8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4B75F-40E8-D643-817A-5C058B2724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4300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F2E2E6-5A29-7DDB-0672-6B38B1F49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454032-788B-F216-C897-1DFABD96E0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B89AC3-BD36-021C-D8D1-939A17BED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C10321-2E50-EC19-26BF-EF2E2E4B0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4DB6-C3E2-F540-9E82-A333834BD7F4}" type="datetimeFigureOut">
              <a:rPr kumimoji="1" lang="zh-CN" altLang="en-US" smtClean="0"/>
              <a:t>2025/7/8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F5A4BC-E2B9-952E-BC4F-75E188C33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76B076-BE28-C7D3-509E-1361F5E06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4B75F-40E8-D643-817A-5C058B2724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36599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69AA7C-29E6-C3CC-49F4-CDF6F67A3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972179-3E1C-3E22-0920-1A6A83336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AD237A-88DC-D2EA-27EA-AE856B84A5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5C9E9A7-5BC1-E282-67CA-6264467282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E207C5A-29DA-B248-CB79-6D874A6D39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62F0FEB-E012-E206-E68C-ACCA41D8E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4DB6-C3E2-F540-9E82-A333834BD7F4}" type="datetimeFigureOut">
              <a:rPr kumimoji="1" lang="zh-CN" altLang="en-US" smtClean="0"/>
              <a:t>2025/7/8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87D2E3A-A4C9-2C68-0A46-0AEEFE36F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592CB8C-FB67-8925-7718-F2A85D1D3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4B75F-40E8-D643-817A-5C058B2724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68690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2DAA46-0B28-C9E7-8E09-F9288616B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401F58D-501B-440E-FE96-C14163F31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4DB6-C3E2-F540-9E82-A333834BD7F4}" type="datetimeFigureOut">
              <a:rPr kumimoji="1" lang="zh-CN" altLang="en-US" smtClean="0"/>
              <a:t>2025/7/8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C2110B7-659D-1F98-8624-176CD5CA3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6687B9-C3D4-953E-DE66-AC45FB85B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4B75F-40E8-D643-817A-5C058B2724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23847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D8733DA-D982-F91D-4D8C-488DC49B4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4DB6-C3E2-F540-9E82-A333834BD7F4}" type="datetimeFigureOut">
              <a:rPr kumimoji="1" lang="zh-CN" altLang="en-US" smtClean="0"/>
              <a:t>2025/7/8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C1983AF-8A8E-9DF1-079F-F36057AF6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7FAA52-73FE-E6C5-67CE-0704E60DF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4B75F-40E8-D643-817A-5C058B2724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05141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A5682C-F134-FB26-9409-D509518AB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DFCB6A-C12A-4276-3913-3B725A1EB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927FB8E-0243-8A2D-0349-47EF273FD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C34D8D-4B39-237F-E463-DCB6DEC65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4DB6-C3E2-F540-9E82-A333834BD7F4}" type="datetimeFigureOut">
              <a:rPr kumimoji="1" lang="zh-CN" altLang="en-US" smtClean="0"/>
              <a:t>2025/7/8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EE61AD-6A38-7169-F9B7-FC636616A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11D981-0B80-D258-A644-46C45B0FB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4B75F-40E8-D643-817A-5C058B2724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63786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7D25AE-F402-952E-6CC7-46C47F45F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FFE2992-247A-B3A4-C568-2B16CA37C1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FAB904-BCD2-5E51-72D3-31EFFE5D4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0BFDAA-DBD3-E107-1954-EC660C156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4DB6-C3E2-F540-9E82-A333834BD7F4}" type="datetimeFigureOut">
              <a:rPr kumimoji="1" lang="zh-CN" altLang="en-US" smtClean="0"/>
              <a:t>2025/7/8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45DCD0-B764-900A-F853-5482025BB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6E5114B-24F4-8777-3C0C-7BAE5B3D0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4B75F-40E8-D643-817A-5C058B2724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69462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166F0B-7F23-9296-0BD3-C06F550F3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C14354-EEAA-822B-6F62-76759523D6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D87769-C8C9-BD22-84DF-957C153B0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4DB6-C3E2-F540-9E82-A333834BD7F4}" type="datetimeFigureOut">
              <a:rPr kumimoji="1" lang="zh-CN" altLang="en-US" smtClean="0"/>
              <a:t>2025/7/8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9146AA-59F8-2550-48A9-249028E06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E34826-DC19-134C-C032-D6B2F6418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4B75F-40E8-D643-817A-5C058B2724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42504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80A8906-15CC-8C3F-0B72-D2158258DC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7833823-B038-1B64-7A08-42ADF13626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4EAADC-98CF-96C2-F4BA-40BB38DF5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4DB6-C3E2-F540-9E82-A333834BD7F4}" type="datetimeFigureOut">
              <a:rPr kumimoji="1" lang="zh-CN" altLang="en-US" smtClean="0"/>
              <a:t>2025/7/8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D24DEC-6E4B-31C1-1266-AE4E343D0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07BFA4-3FC8-C462-5558-29238F32F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4B75F-40E8-D643-817A-5C058B2724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48777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844B3A0-D8B8-E4C3-1E86-118704DC4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9C889A-132E-69CC-66E5-63D0EC1FF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8EA9DE-CA1C-5D6B-FE83-00F26E9C92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C4DB6-C3E2-F540-9E82-A333834BD7F4}" type="datetimeFigureOut">
              <a:rPr kumimoji="1" lang="zh-CN" altLang="en-US" smtClean="0"/>
              <a:t>2025/7/8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CD2EE4-744F-985B-F0BB-A66CAC85C9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1097C8-4A97-2410-A7D4-3FD6B598A5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D4B75F-40E8-D643-817A-5C058B2724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80733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ABF56D-561E-8EC4-662A-663A9057B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D020B9-670F-78D2-3213-CD71DC8D9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659489" cy="4351338"/>
          </a:xfrm>
        </p:spPr>
        <p:txBody>
          <a:bodyPr/>
          <a:lstStyle/>
          <a:p>
            <a:r>
              <a:rPr kumimoji="1" lang="en-US" altLang="zh-CN" dirty="0"/>
              <a:t>CAFEC</a:t>
            </a:r>
            <a:r>
              <a:rPr kumimoji="1" lang="zh-CN" altLang="en-US" dirty="0"/>
              <a:t>对比</a:t>
            </a:r>
            <a:r>
              <a:rPr kumimoji="1" lang="en-US" altLang="zh-CN" dirty="0"/>
              <a:t>FEC</a:t>
            </a:r>
            <a:r>
              <a:rPr kumimoji="1" lang="zh-CN" altLang="en-US" dirty="0"/>
              <a:t>有一个界限，在未超过这个界限时</a:t>
            </a:r>
            <a:r>
              <a:rPr kumimoji="1" lang="en-US" altLang="zh-CN" dirty="0"/>
              <a:t>CAFEC</a:t>
            </a:r>
            <a:r>
              <a:rPr kumimoji="1" lang="zh-CN" altLang="en-US" dirty="0"/>
              <a:t>效果不明显。当超过这个界限时效果明显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F96F842-200D-EC39-3AFB-234E97B1B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530" y="1784049"/>
            <a:ext cx="5971337" cy="4708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742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EC5BCF-6C85-15B6-6119-945103D4F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B1B892A-33BB-E617-38B4-18BFF1B53012}"/>
              </a:ext>
            </a:extLst>
          </p:cNvPr>
          <p:cNvSpPr/>
          <p:nvPr/>
        </p:nvSpPr>
        <p:spPr>
          <a:xfrm>
            <a:off x="2427111" y="2856089"/>
            <a:ext cx="745067" cy="3499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P1</a:t>
            </a:r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622DF8-A6EF-762D-2E83-56A3EFFFACF6}"/>
              </a:ext>
            </a:extLst>
          </p:cNvPr>
          <p:cNvSpPr/>
          <p:nvPr/>
        </p:nvSpPr>
        <p:spPr>
          <a:xfrm>
            <a:off x="3172178" y="2856089"/>
            <a:ext cx="745067" cy="3499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P2</a:t>
            </a:r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EF33BD6-177E-17B1-F31A-07A7D4E898C3}"/>
              </a:ext>
            </a:extLst>
          </p:cNvPr>
          <p:cNvSpPr/>
          <p:nvPr/>
        </p:nvSpPr>
        <p:spPr>
          <a:xfrm>
            <a:off x="3917245" y="2856089"/>
            <a:ext cx="745067" cy="3499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P3</a:t>
            </a:r>
            <a:endParaRPr kumimoji="1"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C60371D-5B42-7B53-E69E-0BE55A5C0EAE}"/>
              </a:ext>
            </a:extLst>
          </p:cNvPr>
          <p:cNvSpPr/>
          <p:nvPr/>
        </p:nvSpPr>
        <p:spPr>
          <a:xfrm>
            <a:off x="4662312" y="2856089"/>
            <a:ext cx="745067" cy="34995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P4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52B0DF9-75EC-7C52-531A-0778903DE71B}"/>
              </a:ext>
            </a:extLst>
          </p:cNvPr>
          <p:cNvSpPr/>
          <p:nvPr/>
        </p:nvSpPr>
        <p:spPr>
          <a:xfrm>
            <a:off x="5407379" y="2856089"/>
            <a:ext cx="745067" cy="34995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P5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EEFD717-244B-6D0C-609C-AE8A854C30CC}"/>
              </a:ext>
            </a:extLst>
          </p:cNvPr>
          <p:cNvSpPr/>
          <p:nvPr/>
        </p:nvSpPr>
        <p:spPr>
          <a:xfrm>
            <a:off x="6152446" y="2856089"/>
            <a:ext cx="745067" cy="34995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P6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F7D8ED2-9E18-C2CB-DC29-6055DFAD7D77}"/>
              </a:ext>
            </a:extLst>
          </p:cNvPr>
          <p:cNvSpPr/>
          <p:nvPr/>
        </p:nvSpPr>
        <p:spPr>
          <a:xfrm>
            <a:off x="6897513" y="2856089"/>
            <a:ext cx="745067" cy="3499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P7</a:t>
            </a:r>
            <a:endParaRPr kumimoji="1" lang="zh-CN" altLang="en-US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E4FE5DF4-AEDE-9949-2C10-1AD491269CC1}"/>
              </a:ext>
            </a:extLst>
          </p:cNvPr>
          <p:cNvCxnSpPr>
            <a:cxnSpLocks/>
          </p:cNvCxnSpPr>
          <p:nvPr/>
        </p:nvCxnSpPr>
        <p:spPr>
          <a:xfrm>
            <a:off x="5034845" y="2554514"/>
            <a:ext cx="17972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CC426F8F-9B04-6D7D-1B21-6573612235D1}"/>
              </a:ext>
            </a:extLst>
          </p:cNvPr>
          <p:cNvSpPr txBox="1"/>
          <p:nvPr/>
        </p:nvSpPr>
        <p:spPr>
          <a:xfrm>
            <a:off x="5023558" y="2185182"/>
            <a:ext cx="1808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Sliding Direction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0506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BDABF-CA46-6215-0889-2700E929F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8C41CB-49AD-B1F5-8388-36D8B5651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94AC86-EA24-744F-C813-0E131B25DAA8}"/>
              </a:ext>
            </a:extLst>
          </p:cNvPr>
          <p:cNvSpPr/>
          <p:nvPr/>
        </p:nvSpPr>
        <p:spPr>
          <a:xfrm>
            <a:off x="2427111" y="2856089"/>
            <a:ext cx="745067" cy="3610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F1</a:t>
            </a:r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ED1BCD-9229-DCB9-CA7C-FA02033539B0}"/>
              </a:ext>
            </a:extLst>
          </p:cNvPr>
          <p:cNvSpPr/>
          <p:nvPr/>
        </p:nvSpPr>
        <p:spPr>
          <a:xfrm>
            <a:off x="3172178" y="2856089"/>
            <a:ext cx="745067" cy="3610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F2</a:t>
            </a:r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B7004F-AB73-CD98-3220-4F8DC15E44E5}"/>
              </a:ext>
            </a:extLst>
          </p:cNvPr>
          <p:cNvSpPr/>
          <p:nvPr/>
        </p:nvSpPr>
        <p:spPr>
          <a:xfrm>
            <a:off x="3917245" y="2856089"/>
            <a:ext cx="745067" cy="36104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F3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D83F30D-0FA7-9D04-D32E-E0F1A9C4BEB1}"/>
              </a:ext>
            </a:extLst>
          </p:cNvPr>
          <p:cNvSpPr/>
          <p:nvPr/>
        </p:nvSpPr>
        <p:spPr>
          <a:xfrm>
            <a:off x="4676824" y="2856088"/>
            <a:ext cx="745067" cy="3610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F4</a:t>
            </a:r>
            <a:endParaRPr kumimoji="1"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57CA99E-7209-A2F7-CADA-8BE6D196C77F}"/>
              </a:ext>
            </a:extLst>
          </p:cNvPr>
          <p:cNvSpPr/>
          <p:nvPr/>
        </p:nvSpPr>
        <p:spPr>
          <a:xfrm>
            <a:off x="5407379" y="2856089"/>
            <a:ext cx="745067" cy="3610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F5</a:t>
            </a:r>
            <a:endParaRPr kumimoji="1"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821135C-BD6E-B59D-7055-0000E403917A}"/>
              </a:ext>
            </a:extLst>
          </p:cNvPr>
          <p:cNvSpPr/>
          <p:nvPr/>
        </p:nvSpPr>
        <p:spPr>
          <a:xfrm>
            <a:off x="6152446" y="2856088"/>
            <a:ext cx="745067" cy="36124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F6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0C4C94F-CE4C-B513-263D-DB2C776077A9}"/>
              </a:ext>
            </a:extLst>
          </p:cNvPr>
          <p:cNvSpPr/>
          <p:nvPr/>
        </p:nvSpPr>
        <p:spPr>
          <a:xfrm>
            <a:off x="6897513" y="2856088"/>
            <a:ext cx="745067" cy="3610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F7</a:t>
            </a:r>
            <a:endParaRPr kumimoji="1"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4F6BFF2-9418-CB78-C411-07B3BF136398}"/>
              </a:ext>
            </a:extLst>
          </p:cNvPr>
          <p:cNvSpPr/>
          <p:nvPr/>
        </p:nvSpPr>
        <p:spPr>
          <a:xfrm>
            <a:off x="7642580" y="2856088"/>
            <a:ext cx="745067" cy="3610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F8</a:t>
            </a:r>
            <a:endParaRPr kumimoji="1" lang="zh-CN" altLang="en-US" dirty="0"/>
          </a:p>
        </p:txBody>
      </p:sp>
      <p:sp>
        <p:nvSpPr>
          <p:cNvPr id="18" name="右大括号 17">
            <a:extLst>
              <a:ext uri="{FF2B5EF4-FFF2-40B4-BE49-F238E27FC236}">
                <a16:creationId xmlns:a16="http://schemas.microsoft.com/office/drawing/2014/main" id="{027BB7D3-938E-8DCD-5C00-7BEB30EC0E70}"/>
              </a:ext>
            </a:extLst>
          </p:cNvPr>
          <p:cNvSpPr/>
          <p:nvPr/>
        </p:nvSpPr>
        <p:spPr>
          <a:xfrm rot="5400000">
            <a:off x="3358445" y="2497666"/>
            <a:ext cx="1117600" cy="298026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右大括号 18">
            <a:extLst>
              <a:ext uri="{FF2B5EF4-FFF2-40B4-BE49-F238E27FC236}">
                <a16:creationId xmlns:a16="http://schemas.microsoft.com/office/drawing/2014/main" id="{6DB2D986-ADCC-89B4-5A22-276F187318A0}"/>
              </a:ext>
            </a:extLst>
          </p:cNvPr>
          <p:cNvSpPr/>
          <p:nvPr/>
        </p:nvSpPr>
        <p:spPr>
          <a:xfrm rot="5400000">
            <a:off x="6338713" y="2497664"/>
            <a:ext cx="1117600" cy="298026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85F335A-8B49-8AA6-E0BB-7EE2861700E5}"/>
              </a:ext>
            </a:extLst>
          </p:cNvPr>
          <p:cNvSpPr txBox="1"/>
          <p:nvPr/>
        </p:nvSpPr>
        <p:spPr>
          <a:xfrm>
            <a:off x="2799644" y="4584889"/>
            <a:ext cx="2249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More Redundancy</a:t>
            </a:r>
            <a:r>
              <a:rPr kumimoji="1" lang="zh-CN" altLang="en-US" dirty="0"/>
              <a:t> 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7982998-FCD3-4688-200A-8A462AF7B5C4}"/>
              </a:ext>
            </a:extLst>
          </p:cNvPr>
          <p:cNvSpPr txBox="1"/>
          <p:nvPr/>
        </p:nvSpPr>
        <p:spPr>
          <a:xfrm>
            <a:off x="5765399" y="4597778"/>
            <a:ext cx="2249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Less Redundancy</a:t>
            </a:r>
            <a:r>
              <a:rPr kumimoji="1" lang="zh-CN" altLang="en-US" dirty="0"/>
              <a:t> </a:t>
            </a:r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0AE2252B-0B2A-9F4F-4ADC-468A4C917805}"/>
              </a:ext>
            </a:extLst>
          </p:cNvPr>
          <p:cNvCxnSpPr>
            <a:cxnSpLocks/>
          </p:cNvCxnSpPr>
          <p:nvPr/>
        </p:nvCxnSpPr>
        <p:spPr>
          <a:xfrm>
            <a:off x="8144935" y="3107069"/>
            <a:ext cx="874889" cy="765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00622782-5263-0B62-6435-66D4DD59A8C3}"/>
              </a:ext>
            </a:extLst>
          </p:cNvPr>
          <p:cNvSpPr/>
          <p:nvPr/>
        </p:nvSpPr>
        <p:spPr>
          <a:xfrm>
            <a:off x="9019824" y="3987798"/>
            <a:ext cx="304798" cy="30198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6CEEAF7-FA08-A122-B7AD-16A0D2DB0834}"/>
              </a:ext>
            </a:extLst>
          </p:cNvPr>
          <p:cNvSpPr/>
          <p:nvPr/>
        </p:nvSpPr>
        <p:spPr>
          <a:xfrm>
            <a:off x="9335911" y="3987798"/>
            <a:ext cx="304798" cy="3019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2EDC1F78-88D6-7674-C506-F9803DD81F12}"/>
              </a:ext>
            </a:extLst>
          </p:cNvPr>
          <p:cNvCxnSpPr/>
          <p:nvPr/>
        </p:nvCxnSpPr>
        <p:spPr>
          <a:xfrm flipV="1">
            <a:off x="8816622" y="4289778"/>
            <a:ext cx="203202" cy="2568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57E8D32A-530F-0433-58AD-B6D6642F1061}"/>
              </a:ext>
            </a:extLst>
          </p:cNvPr>
          <p:cNvCxnSpPr>
            <a:cxnSpLocks/>
          </p:cNvCxnSpPr>
          <p:nvPr/>
        </p:nvCxnSpPr>
        <p:spPr>
          <a:xfrm flipH="1" flipV="1">
            <a:off x="9640709" y="4289778"/>
            <a:ext cx="225780" cy="2568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F99A8468-4467-0D29-9FE8-E2BD4025EDDF}"/>
              </a:ext>
            </a:extLst>
          </p:cNvPr>
          <p:cNvSpPr txBox="1"/>
          <p:nvPr/>
        </p:nvSpPr>
        <p:spPr>
          <a:xfrm>
            <a:off x="8387647" y="4575245"/>
            <a:ext cx="874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CN" sz="1100" dirty="0"/>
              <a:t>To protect</a:t>
            </a:r>
            <a:endParaRPr kumimoji="1" lang="zh-CN" altLang="en-US" sz="11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65E8FDB-7D8F-793D-1198-3B3E68D62FC7}"/>
              </a:ext>
            </a:extLst>
          </p:cNvPr>
          <p:cNvSpPr txBox="1"/>
          <p:nvPr/>
        </p:nvSpPr>
        <p:spPr>
          <a:xfrm>
            <a:off x="9488310" y="4575245"/>
            <a:ext cx="11006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CN" sz="1100" dirty="0"/>
              <a:t>Not to protect</a:t>
            </a:r>
            <a:endParaRPr kumimoji="1"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161193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24160</TotalTime>
  <Words>52</Words>
  <Application>Microsoft Macintosh PowerPoint</Application>
  <PresentationFormat>宽屏</PresentationFormat>
  <Paragraphs>21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T194290</dc:creator>
  <cp:lastModifiedBy>T194290</cp:lastModifiedBy>
  <cp:revision>6</cp:revision>
  <dcterms:created xsi:type="dcterms:W3CDTF">2025-06-23T06:56:13Z</dcterms:created>
  <dcterms:modified xsi:type="dcterms:W3CDTF">2025-07-14T08:19:06Z</dcterms:modified>
</cp:coreProperties>
</file>