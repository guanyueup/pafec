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4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圆角矩形 69"/>
          <p:cNvSpPr/>
          <p:nvPr/>
        </p:nvSpPr>
        <p:spPr>
          <a:xfrm>
            <a:off x="2402080" y="1657442"/>
            <a:ext cx="9457197" cy="329357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956771" y="4772590"/>
            <a:ext cx="993723" cy="45590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55" name="图片 54" descr="678322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0605" y="2496869"/>
            <a:ext cx="914352" cy="914352"/>
          </a:xfrm>
          <a:prstGeom prst="rect">
            <a:avLst/>
          </a:prstGeom>
        </p:spPr>
      </p:pic>
      <p:pic>
        <p:nvPicPr>
          <p:cNvPr id="57" name="图片 56" descr="202636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292" y="2496869"/>
            <a:ext cx="914352" cy="914352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462256" y="3411221"/>
            <a:ext cx="118992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Network</a:t>
            </a:r>
            <a:endParaRPr lang="en-US" altLang="zh-CN"/>
          </a:p>
          <a:p>
            <a:r>
              <a:rPr lang="en-US" altLang="zh-CN"/>
              <a:t>Monitor</a:t>
            </a:r>
            <a:endParaRPr lang="en-US" altLang="zh-CN"/>
          </a:p>
        </p:txBody>
      </p:sp>
      <p:sp>
        <p:nvSpPr>
          <p:cNvPr id="59" name="矩形 58"/>
          <p:cNvSpPr/>
          <p:nvPr/>
        </p:nvSpPr>
        <p:spPr>
          <a:xfrm>
            <a:off x="2611619" y="2725457"/>
            <a:ext cx="914987" cy="456541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P1</a:t>
            </a:r>
            <a:endParaRPr lang="en-US" altLang="zh-CN"/>
          </a:p>
        </p:txBody>
      </p:sp>
      <p:sp>
        <p:nvSpPr>
          <p:cNvPr id="61" name="矩形 60"/>
          <p:cNvSpPr/>
          <p:nvPr/>
        </p:nvSpPr>
        <p:spPr>
          <a:xfrm>
            <a:off x="3713287" y="2725457"/>
            <a:ext cx="914987" cy="456541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P2</a:t>
            </a:r>
            <a:endParaRPr lang="en-US" altLang="zh-CN"/>
          </a:p>
        </p:txBody>
      </p:sp>
      <p:sp>
        <p:nvSpPr>
          <p:cNvPr id="62" name="矩形 61"/>
          <p:cNvSpPr/>
          <p:nvPr/>
        </p:nvSpPr>
        <p:spPr>
          <a:xfrm>
            <a:off x="4814954" y="2725457"/>
            <a:ext cx="914987" cy="456541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P3</a:t>
            </a:r>
            <a:endParaRPr lang="en-US" altLang="zh-CN"/>
          </a:p>
        </p:txBody>
      </p:sp>
      <p:sp>
        <p:nvSpPr>
          <p:cNvPr id="63" name="矩形 62"/>
          <p:cNvSpPr/>
          <p:nvPr/>
        </p:nvSpPr>
        <p:spPr>
          <a:xfrm>
            <a:off x="5916622" y="2725457"/>
            <a:ext cx="914987" cy="456541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P4</a:t>
            </a:r>
            <a:endParaRPr lang="en-US" altLang="zh-CN"/>
          </a:p>
        </p:txBody>
      </p:sp>
      <p:sp>
        <p:nvSpPr>
          <p:cNvPr id="64" name="矩形 63"/>
          <p:cNvSpPr/>
          <p:nvPr/>
        </p:nvSpPr>
        <p:spPr>
          <a:xfrm>
            <a:off x="7018289" y="2725457"/>
            <a:ext cx="914987" cy="456541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P5</a:t>
            </a:r>
            <a:endParaRPr lang="en-US" altLang="zh-CN"/>
          </a:p>
        </p:txBody>
      </p:sp>
      <p:sp>
        <p:nvSpPr>
          <p:cNvPr id="65" name="矩形 64"/>
          <p:cNvSpPr/>
          <p:nvPr/>
        </p:nvSpPr>
        <p:spPr>
          <a:xfrm>
            <a:off x="8119957" y="2725457"/>
            <a:ext cx="914987" cy="456541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P6</a:t>
            </a:r>
            <a:endParaRPr lang="en-US" altLang="zh-CN"/>
          </a:p>
        </p:txBody>
      </p:sp>
      <p:sp>
        <p:nvSpPr>
          <p:cNvPr id="66" name="矩形 65"/>
          <p:cNvSpPr/>
          <p:nvPr/>
        </p:nvSpPr>
        <p:spPr>
          <a:xfrm>
            <a:off x="9221625" y="2725457"/>
            <a:ext cx="914987" cy="456541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P7</a:t>
            </a:r>
            <a:endParaRPr lang="en-US" altLang="zh-CN"/>
          </a:p>
        </p:txBody>
      </p:sp>
      <p:sp>
        <p:nvSpPr>
          <p:cNvPr id="67" name="右箭头 66"/>
          <p:cNvSpPr/>
          <p:nvPr/>
        </p:nvSpPr>
        <p:spPr>
          <a:xfrm>
            <a:off x="1652184" y="2823242"/>
            <a:ext cx="749896" cy="212079"/>
          </a:xfrm>
          <a:prstGeom prst="rightArrow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5826457" y="2627672"/>
            <a:ext cx="3310718" cy="652111"/>
          </a:xfrm>
          <a:prstGeom prst="rect">
            <a:avLst/>
          </a:pr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611619" y="1893650"/>
            <a:ext cx="472796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Packet loss status of video data stream</a:t>
            </a:r>
            <a:endParaRPr lang="en-US" altLang="zh-CN"/>
          </a:p>
        </p:txBody>
      </p:sp>
      <p:sp>
        <p:nvSpPr>
          <p:cNvPr id="74" name="矩形 73"/>
          <p:cNvSpPr/>
          <p:nvPr/>
        </p:nvSpPr>
        <p:spPr>
          <a:xfrm>
            <a:off x="3318972" y="3858873"/>
            <a:ext cx="914987" cy="456541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4387621" y="3858873"/>
            <a:ext cx="1277553" cy="477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/>
              <a:t>Loss-Free </a:t>
            </a:r>
            <a:endParaRPr lang="en-US" altLang="zh-CN"/>
          </a:p>
        </p:txBody>
      </p:sp>
      <p:sp>
        <p:nvSpPr>
          <p:cNvPr id="76" name="矩形 75"/>
          <p:cNvSpPr/>
          <p:nvPr/>
        </p:nvSpPr>
        <p:spPr>
          <a:xfrm>
            <a:off x="5818202" y="3858873"/>
            <a:ext cx="914987" cy="456541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77" name="矩形 76"/>
          <p:cNvSpPr/>
          <p:nvPr/>
        </p:nvSpPr>
        <p:spPr>
          <a:xfrm>
            <a:off x="7518643" y="3846808"/>
            <a:ext cx="2118250" cy="489560"/>
          </a:xfrm>
          <a:prstGeom prst="rect">
            <a:avLst/>
          </a:pr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6787796" y="3858873"/>
            <a:ext cx="1277553" cy="477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/>
              <a:t>Loss </a:t>
            </a:r>
            <a:endParaRPr lang="en-US" altLang="zh-CN"/>
          </a:p>
        </p:txBody>
      </p:sp>
      <p:sp>
        <p:nvSpPr>
          <p:cNvPr id="79" name="文本框 78"/>
          <p:cNvSpPr txBox="1"/>
          <p:nvPr/>
        </p:nvSpPr>
        <p:spPr>
          <a:xfrm>
            <a:off x="9768331" y="3858873"/>
            <a:ext cx="1617261" cy="477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/>
              <a:t>Slide Window </a:t>
            </a:r>
            <a:endParaRPr lang="en-US" altLang="zh-CN"/>
          </a:p>
        </p:txBody>
      </p:sp>
      <p:cxnSp>
        <p:nvCxnSpPr>
          <p:cNvPr id="80" name="直接箭头连接符 79"/>
          <p:cNvCxnSpPr/>
          <p:nvPr/>
        </p:nvCxnSpPr>
        <p:spPr>
          <a:xfrm>
            <a:off x="7387840" y="2295584"/>
            <a:ext cx="1875057" cy="0"/>
          </a:xfrm>
          <a:prstGeom prst="straightConnector1">
            <a:avLst/>
          </a:prstGeom>
          <a:ln w="31750">
            <a:gradFill>
              <a:gsLst>
                <a:gs pos="0">
                  <a:prstClr val="black">
                    <a:hueOff val="-4200000"/>
                  </a:prstClr>
                </a:gs>
                <a:gs pos="100000">
                  <a:prstClr val="black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7364981" y="1818089"/>
            <a:ext cx="2271912" cy="477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/>
              <a:t>Sliding Direction  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WPS 文字</Application>
  <PresentationFormat>宽屏</PresentationFormat>
  <Paragraphs>29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关月</cp:lastModifiedBy>
  <cp:revision>10</cp:revision>
  <dcterms:created xsi:type="dcterms:W3CDTF">2025-08-24T08:23:27Z</dcterms:created>
  <dcterms:modified xsi:type="dcterms:W3CDTF">2025-08-24T08:23:27Z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2052-6.2.0.8299</vt:lpwstr>
  </property>
  <property fmtid="{D5CDD505-2E9C-101B-9397-08002B2CF9AE}" pid="3" name="ICV">
    <vt:lpwstr>86AB3B17F6329F7854CAAA68B7131F6D_41</vt:lpwstr>
  </property>
</Properties>
</file>