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47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280285" y="1797050"/>
            <a:ext cx="6412230" cy="1877695"/>
          </a:xfrm>
          <a:prstGeom prst="roundRect">
            <a:avLst/>
          </a:prstGeom>
          <a:ln w="1270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06345" y="2478405"/>
            <a:ext cx="549275" cy="354965"/>
          </a:xfrm>
          <a:prstGeom prst="rect">
            <a:avLst/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3182620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P1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858895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P2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535170" y="2478405"/>
            <a:ext cx="549275" cy="354965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P3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211445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P4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5887720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P5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563995" y="2478405"/>
            <a:ext cx="549275" cy="354965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P6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7240270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P7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7916545" y="2478405"/>
            <a:ext cx="549275" cy="35496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P8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2449195" y="1945640"/>
            <a:ext cx="733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GoP</a:t>
            </a:r>
            <a:endParaRPr lang="en-US" altLang="zh-CN"/>
          </a:p>
        </p:txBody>
      </p:sp>
      <p:sp>
        <p:nvSpPr>
          <p:cNvPr id="15" name="左大括号 14"/>
          <p:cNvSpPr/>
          <p:nvPr/>
        </p:nvSpPr>
        <p:spPr>
          <a:xfrm rot="16200000">
            <a:off x="4339590" y="1682115"/>
            <a:ext cx="264160" cy="25781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左大括号 15"/>
          <p:cNvSpPr/>
          <p:nvPr/>
        </p:nvSpPr>
        <p:spPr>
          <a:xfrm rot="16200000">
            <a:off x="7044690" y="1682115"/>
            <a:ext cx="264160" cy="25781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261995" y="3171190"/>
            <a:ext cx="241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More Redundancy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5967095" y="3171190"/>
            <a:ext cx="241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Less Redundancy</a:t>
            </a:r>
            <a:endParaRPr lang="en-US" altLang="zh-CN"/>
          </a:p>
        </p:txBody>
      </p:sp>
      <p:cxnSp>
        <p:nvCxnSpPr>
          <p:cNvPr id="19" name="直接箭头连接符 18"/>
          <p:cNvCxnSpPr>
            <a:stCxn id="10" idx="2"/>
          </p:cNvCxnSpPr>
          <p:nvPr/>
        </p:nvCxnSpPr>
        <p:spPr>
          <a:xfrm>
            <a:off x="6162675" y="2833370"/>
            <a:ext cx="0" cy="115062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4695825" y="4086225"/>
            <a:ext cx="3996690" cy="1624965"/>
          </a:xfrm>
          <a:prstGeom prst="roundRect">
            <a:avLst/>
          </a:prstGeom>
          <a:ln w="1270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801870" y="4167505"/>
            <a:ext cx="119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 Frame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5193665" y="4590415"/>
            <a:ext cx="549275" cy="3549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P1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5993765" y="4590415"/>
            <a:ext cx="549275" cy="3549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P2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6793865" y="4590415"/>
            <a:ext cx="549275" cy="3549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P3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7593965" y="4590415"/>
            <a:ext cx="549275" cy="3549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P4</a:t>
            </a:r>
            <a:endParaRPr lang="en-US" altLang="zh-CN"/>
          </a:p>
        </p:txBody>
      </p:sp>
      <p:sp>
        <p:nvSpPr>
          <p:cNvPr id="26" name="左大括号 25"/>
          <p:cNvSpPr/>
          <p:nvPr/>
        </p:nvSpPr>
        <p:spPr>
          <a:xfrm rot="16200000">
            <a:off x="5829300" y="4359275"/>
            <a:ext cx="76200" cy="13525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 rot="16200000">
            <a:off x="7432040" y="4359275"/>
            <a:ext cx="76200" cy="13525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381115" y="4361815"/>
            <a:ext cx="537845" cy="847090"/>
          </a:xfrm>
          <a:prstGeom prst="ellipse">
            <a:avLst/>
          </a:prstGeom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190490" y="5163820"/>
            <a:ext cx="135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To protect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6543675" y="5162550"/>
            <a:ext cx="1656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Not to protect</a:t>
            </a:r>
            <a:endParaRPr lang="en-US" altLang="zh-CN"/>
          </a:p>
        </p:txBody>
      </p:sp>
      <p:cxnSp>
        <p:nvCxnSpPr>
          <p:cNvPr id="36" name="直接箭头连接符 35"/>
          <p:cNvCxnSpPr>
            <a:stCxn id="28" idx="4"/>
          </p:cNvCxnSpPr>
          <p:nvPr/>
        </p:nvCxnSpPr>
        <p:spPr>
          <a:xfrm flipH="1">
            <a:off x="4143375" y="5208905"/>
            <a:ext cx="2506980" cy="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506345" y="4361815"/>
            <a:ext cx="1809750" cy="154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/>
              <a:t>The protection boundary is adaptively determined.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WPS 文字</Application>
  <PresentationFormat>宽屏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关月</cp:lastModifiedBy>
  <cp:revision>9</cp:revision>
  <dcterms:created xsi:type="dcterms:W3CDTF">2025-08-24T15:28:52Z</dcterms:created>
  <dcterms:modified xsi:type="dcterms:W3CDTF">2025-08-24T15:28:52Z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2052-6.2.0.8299</vt:lpwstr>
  </property>
  <property fmtid="{D5CDD505-2E9C-101B-9397-08002B2CF9AE}" pid="3" name="ICV">
    <vt:lpwstr>79116EE978EC56220827AB68E604838E_41</vt:lpwstr>
  </property>
</Properties>
</file>