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45"/>
  </p:normalViewPr>
  <p:slideViewPr>
    <p:cSldViewPr snapToGrid="0">
      <p:cViewPr varScale="1">
        <p:scale>
          <a:sx n="113" d="100"/>
          <a:sy n="113" d="100"/>
        </p:scale>
        <p:origin x="5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239F45-C541-AC6F-4108-668B9D79EA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6AA1205-22EC-5A17-7CEF-909F9BA36C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EF145-EBE0-62F7-0259-56E0972A3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728D9-02DD-CB45-8281-611E91BA83EF}" type="datetimeFigureOut">
              <a:rPr kumimoji="1" lang="zh-CN" altLang="en-US" smtClean="0"/>
              <a:t>2025/7/15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CA72B8-CD07-51DF-9EF2-7ACB50954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8E4ED0-20D4-6165-2413-5B51316A5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50A08-C5F3-D54E-AEB6-78E1863481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0858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CAA4CF-F820-787B-F96C-198B3148A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367428-27D9-24C0-A478-DDFE599F0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8381ED-20BE-2E1B-568A-887A74551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728D9-02DD-CB45-8281-611E91BA83EF}" type="datetimeFigureOut">
              <a:rPr kumimoji="1" lang="zh-CN" altLang="en-US" smtClean="0"/>
              <a:t>2025/7/15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C531B2-42F7-D9BB-B3F6-357D7238A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D0BA11-768B-A25D-366A-490937DCE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50A08-C5F3-D54E-AEB6-78E1863481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49610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27C4B4-A5EE-FE97-9272-3D0AA25D1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1C4CB2-A16D-1F6B-3D54-465E92FB8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07786C-1BC2-2606-3F45-D04F5E37A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728D9-02DD-CB45-8281-611E91BA83EF}" type="datetimeFigureOut">
              <a:rPr kumimoji="1" lang="zh-CN" altLang="en-US" smtClean="0"/>
              <a:t>2025/7/15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6C93DB-0960-2758-40C8-678515221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0F3035-6AE1-3F7D-CCF1-F7108C253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50A08-C5F3-D54E-AEB6-78E1863481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28758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1E2563-3D66-0094-DB03-258008FF8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BB3894-8D7C-F700-6DD0-C40D102956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A25797A-1FE8-076B-8D55-E636FF731B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0C1A401-C598-DD7C-C698-E5FE51D24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728D9-02DD-CB45-8281-611E91BA83EF}" type="datetimeFigureOut">
              <a:rPr kumimoji="1" lang="zh-CN" altLang="en-US" smtClean="0"/>
              <a:t>2025/7/15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E5D6893-773D-D444-780A-679B1BB8A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D41473C-FA08-4A68-86D2-38C54C55E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50A08-C5F3-D54E-AEB6-78E1863481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39949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D9A5E5-EEC7-228E-C5EF-7118F6F1F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FD753D-1482-3D10-CC98-03B9C8954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CA7AF40-EED7-9B80-3E2F-989FCA4189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E8DC39C-8E62-8B9F-77C6-55313CE740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789856F-BFB7-3D59-D14A-6B6CAB8183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6702C15-6257-2E2F-EFA5-CBE7D4BEA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728D9-02DD-CB45-8281-611E91BA83EF}" type="datetimeFigureOut">
              <a:rPr kumimoji="1" lang="zh-CN" altLang="en-US" smtClean="0"/>
              <a:t>2025/7/15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35822A1-613E-0D08-FEAB-0289EDCFF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7728597-B307-87EB-2B0F-5277BC6B8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50A08-C5F3-D54E-AEB6-78E1863481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51511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3EF5D7-62CE-3FB2-4DF7-2AD310E4A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1053336-3E3D-1E13-8045-4BDCE8E72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728D9-02DD-CB45-8281-611E91BA83EF}" type="datetimeFigureOut">
              <a:rPr kumimoji="1" lang="zh-CN" altLang="en-US" smtClean="0"/>
              <a:t>2025/7/15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A618731-DADB-6208-0997-D86DD4EE2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0E4AA8C-8BC3-4C43-51E8-61F0CFCC2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50A08-C5F3-D54E-AEB6-78E1863481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43994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B9C4318-A236-2D5F-039E-9032DE5B3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728D9-02DD-CB45-8281-611E91BA83EF}" type="datetimeFigureOut">
              <a:rPr kumimoji="1" lang="zh-CN" altLang="en-US" smtClean="0"/>
              <a:t>2025/7/15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B62E9B8-BA49-A6C6-0F8F-9BABCF46D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367109-495D-19A6-A3F0-B8E89A0B0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50A08-C5F3-D54E-AEB6-78E1863481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39789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F2C-BE81-4A46-8F52-D18A88D79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A5D6C9-333E-F1AA-A41A-92E2F3A45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1274ACF-7F12-09C6-548E-C5D9232C0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93374B-78F3-BE17-785A-0A2C1CC7C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728D9-02DD-CB45-8281-611E91BA83EF}" type="datetimeFigureOut">
              <a:rPr kumimoji="1" lang="zh-CN" altLang="en-US" smtClean="0"/>
              <a:t>2025/7/15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C929A65-5D6A-C3F5-D64A-9CAB16EC0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8547036-20C1-B77F-9655-E55BCE28E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50A08-C5F3-D54E-AEB6-78E1863481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00245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FAF4AD-3513-6F8E-4A73-6D23B6979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3887BA4-2FD3-2677-A8CE-2071321EB8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DAE2F7F-3EE1-99F9-2782-ABC1364BF1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0D66FED-693D-EA1A-C0B6-C4C9CEB02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728D9-02DD-CB45-8281-611E91BA83EF}" type="datetimeFigureOut">
              <a:rPr kumimoji="1" lang="zh-CN" altLang="en-US" smtClean="0"/>
              <a:t>2025/7/15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3C3E9BA-F5CA-39EF-4C73-2E089ABE4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A14803E-56DF-619C-907D-C3EA43B7A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50A08-C5F3-D54E-AEB6-78E1863481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019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C5D6E9-29CE-3119-D4F0-FA6FE24EF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F5AC226-785F-226B-236B-97D812D94C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6E042C-777B-A95B-4DF7-5B2FA5179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728D9-02DD-CB45-8281-611E91BA83EF}" type="datetimeFigureOut">
              <a:rPr kumimoji="1" lang="zh-CN" altLang="en-US" smtClean="0"/>
              <a:t>2025/7/15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4167BB-71A4-7402-0121-EB42B81A1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AEADBB-22BB-E008-DD94-A1BD68544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50A08-C5F3-D54E-AEB6-78E1863481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53906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50D1316-C87A-15B0-F9B8-BFE5357F66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1964291-F697-733C-5DA1-EE6BDF34E9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D5EDEF-CB12-FFBD-8902-AA2CD4CC3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728D9-02DD-CB45-8281-611E91BA83EF}" type="datetimeFigureOut">
              <a:rPr kumimoji="1" lang="zh-CN" altLang="en-US" smtClean="0"/>
              <a:t>2025/7/15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4AB8C7-CECB-948D-4276-BCC7D5084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AD2C45-F57F-D720-83B6-66A64E6EA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50A08-C5F3-D54E-AEB6-78E1863481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51240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347EBF4-6FF8-8A08-2F18-398E2FD55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0A4C87-B45E-9821-B84E-7E2F8DAF1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84D722-7C1E-1289-1C60-B1E6E26473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C728D9-02DD-CB45-8281-611E91BA83EF}" type="datetimeFigureOut">
              <a:rPr kumimoji="1" lang="zh-CN" altLang="en-US" smtClean="0"/>
              <a:t>2025/7/15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0B3A92-4CDF-8104-BE38-3A31FCE97D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CD1F80-C101-CD3E-A0F8-A9661C5F2C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150A08-C5F3-D54E-AEB6-78E1863481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24806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2DDDFFE-D59C-F737-F017-057E4119D635}"/>
              </a:ext>
            </a:extLst>
          </p:cNvPr>
          <p:cNvSpPr/>
          <p:nvPr/>
        </p:nvSpPr>
        <p:spPr>
          <a:xfrm>
            <a:off x="1433689" y="1730021"/>
            <a:ext cx="5276600" cy="33979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2" name="圆角矩形 61">
            <a:extLst>
              <a:ext uri="{FF2B5EF4-FFF2-40B4-BE49-F238E27FC236}">
                <a16:creationId xmlns:a16="http://schemas.microsoft.com/office/drawing/2014/main" id="{7D377667-6518-CC42-D2E2-EF16EF055609}"/>
              </a:ext>
            </a:extLst>
          </p:cNvPr>
          <p:cNvSpPr/>
          <p:nvPr/>
        </p:nvSpPr>
        <p:spPr>
          <a:xfrm>
            <a:off x="1659173" y="3018129"/>
            <a:ext cx="1589888" cy="60084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542069C-08AD-876F-FD37-E5BC852D3521}"/>
              </a:ext>
            </a:extLst>
          </p:cNvPr>
          <p:cNvSpPr txBox="1"/>
          <p:nvPr/>
        </p:nvSpPr>
        <p:spPr>
          <a:xfrm>
            <a:off x="1433689" y="1730022"/>
            <a:ext cx="835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/>
              <a:t>Ingest</a:t>
            </a:r>
            <a:endParaRPr kumimoji="1" lang="zh-CN" altLang="en-US" b="1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3AFED0F2-E142-7B62-DC8E-D3DB824D4D5B}"/>
              </a:ext>
            </a:extLst>
          </p:cNvPr>
          <p:cNvSpPr/>
          <p:nvPr/>
        </p:nvSpPr>
        <p:spPr>
          <a:xfrm>
            <a:off x="1783645" y="4190198"/>
            <a:ext cx="1264355" cy="49671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Video</a:t>
            </a:r>
            <a:r>
              <a:rPr kumimoji="1" lang="zh-CN" altLang="en-US" dirty="0"/>
              <a:t> </a:t>
            </a:r>
            <a:r>
              <a:rPr kumimoji="1" lang="en-US" altLang="zh-CN" dirty="0"/>
              <a:t>Encoder</a:t>
            </a:r>
            <a:endParaRPr kumimoji="1" lang="zh-CN" altLang="en-US" dirty="0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56CEF15F-BA0F-1060-3D0A-6D0D3158ADD0}"/>
              </a:ext>
            </a:extLst>
          </p:cNvPr>
          <p:cNvSpPr/>
          <p:nvPr/>
        </p:nvSpPr>
        <p:spPr>
          <a:xfrm>
            <a:off x="5270521" y="4185021"/>
            <a:ext cx="1264355" cy="49671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FEC</a:t>
            </a:r>
            <a:r>
              <a:rPr kumimoji="1" lang="zh-CN" altLang="en-US" dirty="0"/>
              <a:t> </a:t>
            </a:r>
            <a:r>
              <a:rPr kumimoji="1" lang="en-US" altLang="zh-CN" dirty="0"/>
              <a:t>Encoder</a:t>
            </a:r>
            <a:r>
              <a:rPr kumimoji="1" lang="zh-CN" altLang="en-US" dirty="0"/>
              <a:t> 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8D76E280-897A-53BA-4D16-B56339EB0CDC}"/>
              </a:ext>
            </a:extLst>
          </p:cNvPr>
          <p:cNvSpPr/>
          <p:nvPr/>
        </p:nvSpPr>
        <p:spPr>
          <a:xfrm>
            <a:off x="5232226" y="2111187"/>
            <a:ext cx="1264355" cy="49671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Network</a:t>
            </a:r>
            <a:r>
              <a:rPr kumimoji="1" lang="zh-CN" altLang="en-US" dirty="0"/>
              <a:t> </a:t>
            </a:r>
            <a:r>
              <a:rPr kumimoji="1" lang="en-US" altLang="zh-CN" dirty="0"/>
              <a:t>Monitor</a:t>
            </a:r>
            <a:r>
              <a:rPr kumimoji="1" lang="zh-CN" altLang="en-US" dirty="0"/>
              <a:t> 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73289A8-73C3-32C2-717E-3A81300765F8}"/>
              </a:ext>
            </a:extLst>
          </p:cNvPr>
          <p:cNvSpPr/>
          <p:nvPr/>
        </p:nvSpPr>
        <p:spPr>
          <a:xfrm>
            <a:off x="8960554" y="1730022"/>
            <a:ext cx="1631244" cy="33979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3E7E9E37-408D-14FB-B921-5FEFC4E06B40}"/>
              </a:ext>
            </a:extLst>
          </p:cNvPr>
          <p:cNvSpPr/>
          <p:nvPr/>
        </p:nvSpPr>
        <p:spPr>
          <a:xfrm>
            <a:off x="9143998" y="4190199"/>
            <a:ext cx="1264355" cy="49671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Buffer</a:t>
            </a:r>
            <a:r>
              <a:rPr kumimoji="1" lang="zh-CN" altLang="en-US" dirty="0"/>
              <a:t> 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F5E9F370-ABF5-4DE6-4D19-B437C0519FA7}"/>
              </a:ext>
            </a:extLst>
          </p:cNvPr>
          <p:cNvSpPr/>
          <p:nvPr/>
        </p:nvSpPr>
        <p:spPr>
          <a:xfrm>
            <a:off x="9143998" y="3233465"/>
            <a:ext cx="1264355" cy="49671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FEC</a:t>
            </a:r>
            <a:r>
              <a:rPr kumimoji="1" lang="zh-CN" altLang="en-US" dirty="0"/>
              <a:t> </a:t>
            </a:r>
            <a:r>
              <a:rPr kumimoji="1" lang="en-US" altLang="zh-CN" dirty="0"/>
              <a:t>Decoder</a:t>
            </a:r>
            <a:r>
              <a:rPr kumimoji="1" lang="zh-CN" altLang="en-US" dirty="0"/>
              <a:t> 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D9CD4C5D-ADFC-8277-FD34-F8801A223636}"/>
              </a:ext>
            </a:extLst>
          </p:cNvPr>
          <p:cNvSpPr/>
          <p:nvPr/>
        </p:nvSpPr>
        <p:spPr>
          <a:xfrm>
            <a:off x="9143998" y="2276731"/>
            <a:ext cx="1264355" cy="49671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Video</a:t>
            </a:r>
            <a:r>
              <a:rPr kumimoji="1" lang="zh-CN" altLang="en-US" dirty="0"/>
              <a:t> </a:t>
            </a:r>
            <a:r>
              <a:rPr kumimoji="1" lang="en-US" altLang="zh-CN" dirty="0"/>
              <a:t>Decoder</a:t>
            </a:r>
            <a:r>
              <a:rPr kumimoji="1" lang="zh-CN" altLang="en-US" dirty="0"/>
              <a:t> 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FB1AFD6-935E-4E57-803E-0F8B4A332DFA}"/>
              </a:ext>
            </a:extLst>
          </p:cNvPr>
          <p:cNvSpPr txBox="1"/>
          <p:nvPr/>
        </p:nvSpPr>
        <p:spPr>
          <a:xfrm>
            <a:off x="8960554" y="1730022"/>
            <a:ext cx="835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/>
              <a:t>Client</a:t>
            </a:r>
            <a:endParaRPr kumimoji="1" lang="zh-CN" altLang="en-US" b="1" dirty="0"/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66F053FF-D040-5E72-92B8-861F4E667C1F}"/>
              </a:ext>
            </a:extLst>
          </p:cNvPr>
          <p:cNvCxnSpPr>
            <a:cxnSpLocks/>
            <a:stCxn id="11" idx="0"/>
            <a:endCxn id="12" idx="2"/>
          </p:cNvCxnSpPr>
          <p:nvPr/>
        </p:nvCxnSpPr>
        <p:spPr>
          <a:xfrm flipV="1">
            <a:off x="9776176" y="3730176"/>
            <a:ext cx="0" cy="4600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BE6E9E65-A4DA-DA20-6363-AD94C85DF7E8}"/>
              </a:ext>
            </a:extLst>
          </p:cNvPr>
          <p:cNvCxnSpPr>
            <a:cxnSpLocks/>
          </p:cNvCxnSpPr>
          <p:nvPr/>
        </p:nvCxnSpPr>
        <p:spPr>
          <a:xfrm flipV="1">
            <a:off x="9786157" y="2773442"/>
            <a:ext cx="0" cy="4600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B3718E5E-33AD-B45E-8D7E-CD0F0B0B4454}"/>
              </a:ext>
            </a:extLst>
          </p:cNvPr>
          <p:cNvSpPr/>
          <p:nvPr/>
        </p:nvSpPr>
        <p:spPr>
          <a:xfrm>
            <a:off x="4503440" y="2941336"/>
            <a:ext cx="1264355" cy="49671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Decision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Maker</a:t>
            </a:r>
            <a:r>
              <a:rPr kumimoji="1" lang="zh-CN" altLang="en-US" dirty="0"/>
              <a:t> </a:t>
            </a:r>
          </a:p>
        </p:txBody>
      </p: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FE494824-B7F3-684D-A042-C925B86A513B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3048000" y="4433377"/>
            <a:ext cx="2222521" cy="51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肘形连接符 33">
            <a:extLst>
              <a:ext uri="{FF2B5EF4-FFF2-40B4-BE49-F238E27FC236}">
                <a16:creationId xmlns:a16="http://schemas.microsoft.com/office/drawing/2014/main" id="{A35ADD43-B8C0-199A-A075-7F2B8A396BBF}"/>
              </a:ext>
            </a:extLst>
          </p:cNvPr>
          <p:cNvCxnSpPr>
            <a:stCxn id="7" idx="3"/>
            <a:endCxn id="25" idx="2"/>
          </p:cNvCxnSpPr>
          <p:nvPr/>
        </p:nvCxnSpPr>
        <p:spPr>
          <a:xfrm flipV="1">
            <a:off x="3048000" y="3438047"/>
            <a:ext cx="2087618" cy="100050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肘形连接符 35">
            <a:extLst>
              <a:ext uri="{FF2B5EF4-FFF2-40B4-BE49-F238E27FC236}">
                <a16:creationId xmlns:a16="http://schemas.microsoft.com/office/drawing/2014/main" id="{7E31DA3E-B081-E435-E0BA-4D435C9F807E}"/>
              </a:ext>
            </a:extLst>
          </p:cNvPr>
          <p:cNvCxnSpPr>
            <a:stCxn id="9" idx="1"/>
            <a:endCxn id="25" idx="0"/>
          </p:cNvCxnSpPr>
          <p:nvPr/>
        </p:nvCxnSpPr>
        <p:spPr>
          <a:xfrm rot="10800000" flipV="1">
            <a:off x="5135618" y="2359542"/>
            <a:ext cx="96608" cy="58179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肘形连接符 37">
            <a:extLst>
              <a:ext uri="{FF2B5EF4-FFF2-40B4-BE49-F238E27FC236}">
                <a16:creationId xmlns:a16="http://schemas.microsoft.com/office/drawing/2014/main" id="{242CFE46-C516-A7A1-B97D-6833BF659239}"/>
              </a:ext>
            </a:extLst>
          </p:cNvPr>
          <p:cNvCxnSpPr>
            <a:stCxn id="25" idx="3"/>
            <a:endCxn id="8" idx="0"/>
          </p:cNvCxnSpPr>
          <p:nvPr/>
        </p:nvCxnSpPr>
        <p:spPr>
          <a:xfrm>
            <a:off x="5767795" y="3189692"/>
            <a:ext cx="134904" cy="99532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0A121C20-4399-3DE7-D411-12149D078D65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>
            <a:off x="6534876" y="4433377"/>
            <a:ext cx="2609122" cy="51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肘形连接符 47">
            <a:extLst>
              <a:ext uri="{FF2B5EF4-FFF2-40B4-BE49-F238E27FC236}">
                <a16:creationId xmlns:a16="http://schemas.microsoft.com/office/drawing/2014/main" id="{A8595F47-6B41-728D-D878-D776EA012FA2}"/>
              </a:ext>
            </a:extLst>
          </p:cNvPr>
          <p:cNvCxnSpPr>
            <a:cxnSpLocks/>
            <a:endCxn id="9" idx="3"/>
          </p:cNvCxnSpPr>
          <p:nvPr/>
        </p:nvCxnSpPr>
        <p:spPr>
          <a:xfrm rot="10800000">
            <a:off x="6496582" y="2359543"/>
            <a:ext cx="2647417" cy="193150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4" name="图形 53" descr="摄像机 轮廓">
            <a:extLst>
              <a:ext uri="{FF2B5EF4-FFF2-40B4-BE49-F238E27FC236}">
                <a16:creationId xmlns:a16="http://schemas.microsoft.com/office/drawing/2014/main" id="{B4B7A0A1-3F65-FC23-4713-639C923AF2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11407" y="2012937"/>
            <a:ext cx="693210" cy="693210"/>
          </a:xfrm>
          <a:prstGeom prst="rect">
            <a:avLst/>
          </a:prstGeom>
        </p:spPr>
      </p:pic>
      <p:pic>
        <p:nvPicPr>
          <p:cNvPr id="58" name="图形 57" descr="图像 纯色填充">
            <a:extLst>
              <a:ext uri="{FF2B5EF4-FFF2-40B4-BE49-F238E27FC236}">
                <a16:creationId xmlns:a16="http://schemas.microsoft.com/office/drawing/2014/main" id="{E9416594-81DD-463E-11E8-377D0FB3D2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73864" y="3022461"/>
            <a:ext cx="410439" cy="591391"/>
          </a:xfrm>
          <a:prstGeom prst="rect">
            <a:avLst/>
          </a:prstGeom>
        </p:spPr>
      </p:pic>
      <p:pic>
        <p:nvPicPr>
          <p:cNvPr id="60" name="图形 59" descr="图像 纯色填充">
            <a:extLst>
              <a:ext uri="{FF2B5EF4-FFF2-40B4-BE49-F238E27FC236}">
                <a16:creationId xmlns:a16="http://schemas.microsoft.com/office/drawing/2014/main" id="{B782E1CC-0C68-0649-9742-25CBEE1A61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94417" y="3018129"/>
            <a:ext cx="410439" cy="591391"/>
          </a:xfrm>
          <a:prstGeom prst="rect">
            <a:avLst/>
          </a:prstGeom>
        </p:spPr>
      </p:pic>
      <p:pic>
        <p:nvPicPr>
          <p:cNvPr id="61" name="图形 60" descr="图像 纯色填充">
            <a:extLst>
              <a:ext uri="{FF2B5EF4-FFF2-40B4-BE49-F238E27FC236}">
                <a16:creationId xmlns:a16="http://schemas.microsoft.com/office/drawing/2014/main" id="{6490D825-C0F0-C86A-B581-DDC8B6824E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04617" y="3022461"/>
            <a:ext cx="410439" cy="591391"/>
          </a:xfrm>
          <a:prstGeom prst="rect">
            <a:avLst/>
          </a:prstGeom>
        </p:spPr>
      </p:pic>
      <p:cxnSp>
        <p:nvCxnSpPr>
          <p:cNvPr id="65" name="直线箭头连接符 64">
            <a:extLst>
              <a:ext uri="{FF2B5EF4-FFF2-40B4-BE49-F238E27FC236}">
                <a16:creationId xmlns:a16="http://schemas.microsoft.com/office/drawing/2014/main" id="{2FADD42A-1D79-B860-911C-FC557CC45540}"/>
              </a:ext>
            </a:extLst>
          </p:cNvPr>
          <p:cNvCxnSpPr/>
          <p:nvPr/>
        </p:nvCxnSpPr>
        <p:spPr>
          <a:xfrm>
            <a:off x="2441375" y="2645916"/>
            <a:ext cx="0" cy="3955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直线箭头连接符 65">
            <a:extLst>
              <a:ext uri="{FF2B5EF4-FFF2-40B4-BE49-F238E27FC236}">
                <a16:creationId xmlns:a16="http://schemas.microsoft.com/office/drawing/2014/main" id="{DC3B264C-C2BA-A834-65EE-A14518A7567E}"/>
              </a:ext>
            </a:extLst>
          </p:cNvPr>
          <p:cNvCxnSpPr>
            <a:cxnSpLocks/>
          </p:cNvCxnSpPr>
          <p:nvPr/>
        </p:nvCxnSpPr>
        <p:spPr>
          <a:xfrm>
            <a:off x="2143989" y="3687356"/>
            <a:ext cx="5003" cy="5021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53F9B317-FFC2-4348-9FDA-297482648896}"/>
              </a:ext>
            </a:extLst>
          </p:cNvPr>
          <p:cNvSpPr txBox="1"/>
          <p:nvPr/>
        </p:nvSpPr>
        <p:spPr>
          <a:xfrm>
            <a:off x="3980288" y="4405291"/>
            <a:ext cx="324078" cy="3811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2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C846CCC6-C82B-3D4E-9317-2EB05144F5CB}"/>
              </a:ext>
            </a:extLst>
          </p:cNvPr>
          <p:cNvSpPr txBox="1"/>
          <p:nvPr/>
        </p:nvSpPr>
        <p:spPr>
          <a:xfrm>
            <a:off x="4390210" y="2061329"/>
            <a:ext cx="324078" cy="3811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2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453D4775-B1B4-E595-188A-BC0FDA66133E}"/>
              </a:ext>
            </a:extLst>
          </p:cNvPr>
          <p:cNvSpPr txBox="1"/>
          <p:nvPr/>
        </p:nvSpPr>
        <p:spPr>
          <a:xfrm>
            <a:off x="5902698" y="3462906"/>
            <a:ext cx="324078" cy="3811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3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9B6F74EA-B353-E6E0-CC87-AD53FC019099}"/>
              </a:ext>
            </a:extLst>
          </p:cNvPr>
          <p:cNvSpPr txBox="1"/>
          <p:nvPr/>
        </p:nvSpPr>
        <p:spPr>
          <a:xfrm>
            <a:off x="1889391" y="3723076"/>
            <a:ext cx="324078" cy="3811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1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4AA04E97-B146-C368-7595-EA14E5AC3B73}"/>
              </a:ext>
            </a:extLst>
          </p:cNvPr>
          <p:cNvSpPr txBox="1"/>
          <p:nvPr/>
        </p:nvSpPr>
        <p:spPr>
          <a:xfrm>
            <a:off x="7682174" y="439621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4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22AD9809-0133-EEF8-91A4-E20D489C72AE}"/>
              </a:ext>
            </a:extLst>
          </p:cNvPr>
          <p:cNvSpPr txBox="1"/>
          <p:nvPr/>
        </p:nvSpPr>
        <p:spPr>
          <a:xfrm>
            <a:off x="7846470" y="318064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5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87" name="圆角矩形 86">
            <a:extLst>
              <a:ext uri="{FF2B5EF4-FFF2-40B4-BE49-F238E27FC236}">
                <a16:creationId xmlns:a16="http://schemas.microsoft.com/office/drawing/2014/main" id="{4A24A694-2877-CFB0-DCC9-824E094D41B8}"/>
              </a:ext>
            </a:extLst>
          </p:cNvPr>
          <p:cNvSpPr/>
          <p:nvPr/>
        </p:nvSpPr>
        <p:spPr>
          <a:xfrm>
            <a:off x="3382373" y="2950383"/>
            <a:ext cx="916241" cy="48766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Rate</a:t>
            </a:r>
            <a:r>
              <a:rPr kumimoji="1" lang="zh-CN" altLang="en-US" sz="1000" dirty="0"/>
              <a:t> </a:t>
            </a:r>
            <a:r>
              <a:rPr kumimoji="1" lang="en-US" altLang="zh-CN" sz="1000" dirty="0"/>
              <a:t>Controller</a:t>
            </a:r>
            <a:endParaRPr kumimoji="1" lang="zh-CN" altLang="en-US" sz="1000" dirty="0"/>
          </a:p>
        </p:txBody>
      </p:sp>
      <p:cxnSp>
        <p:nvCxnSpPr>
          <p:cNvPr id="92" name="肘形连接符 91">
            <a:extLst>
              <a:ext uri="{FF2B5EF4-FFF2-40B4-BE49-F238E27FC236}">
                <a16:creationId xmlns:a16="http://schemas.microsoft.com/office/drawing/2014/main" id="{D7EF9EB9-D570-FF96-8252-31A13177E733}"/>
              </a:ext>
            </a:extLst>
          </p:cNvPr>
          <p:cNvCxnSpPr>
            <a:stCxn id="9" idx="1"/>
            <a:endCxn id="87" idx="0"/>
          </p:cNvCxnSpPr>
          <p:nvPr/>
        </p:nvCxnSpPr>
        <p:spPr>
          <a:xfrm rot="10800000" flipV="1">
            <a:off x="3840494" y="2359543"/>
            <a:ext cx="1391732" cy="59084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肘形连接符 93">
            <a:extLst>
              <a:ext uri="{FF2B5EF4-FFF2-40B4-BE49-F238E27FC236}">
                <a16:creationId xmlns:a16="http://schemas.microsoft.com/office/drawing/2014/main" id="{C182EFAA-3F52-312A-33F1-4A506E5F3C45}"/>
              </a:ext>
            </a:extLst>
          </p:cNvPr>
          <p:cNvCxnSpPr>
            <a:cxnSpLocks/>
            <a:stCxn id="87" idx="2"/>
            <a:endCxn id="7" idx="0"/>
          </p:cNvCxnSpPr>
          <p:nvPr/>
        </p:nvCxnSpPr>
        <p:spPr>
          <a:xfrm rot="5400000">
            <a:off x="2752083" y="3101787"/>
            <a:ext cx="752152" cy="142467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8" name="文本框 97">
            <a:extLst>
              <a:ext uri="{FF2B5EF4-FFF2-40B4-BE49-F238E27FC236}">
                <a16:creationId xmlns:a16="http://schemas.microsoft.com/office/drawing/2014/main" id="{2019F14B-BE72-CC43-FCA8-5AA551748CCC}"/>
              </a:ext>
            </a:extLst>
          </p:cNvPr>
          <p:cNvSpPr txBox="1"/>
          <p:nvPr/>
        </p:nvSpPr>
        <p:spPr>
          <a:xfrm>
            <a:off x="3009836" y="3740368"/>
            <a:ext cx="324078" cy="3811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1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7774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24</Words>
  <Application>Microsoft Macintosh PowerPoint</Application>
  <PresentationFormat>宽屏</PresentationFormat>
  <Paragraphs>17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T194290</dc:creator>
  <cp:lastModifiedBy>T194290</cp:lastModifiedBy>
  <cp:revision>3</cp:revision>
  <dcterms:created xsi:type="dcterms:W3CDTF">2025-07-15T07:16:22Z</dcterms:created>
  <dcterms:modified xsi:type="dcterms:W3CDTF">2025-07-15T08:50:56Z</dcterms:modified>
</cp:coreProperties>
</file>